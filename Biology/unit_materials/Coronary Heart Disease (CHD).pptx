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54f1937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54f1937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54f193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54f193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54f1937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54f1937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54f1937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54f1937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54f19378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54f19378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54f1937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54f1937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54f19378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54f19378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27250"/>
            <a:ext cx="8520600" cy="119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Coronary Heart Disease (CHD)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623900"/>
            <a:ext cx="8520600" cy="32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5400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BE0004"/>
                </a:solidFill>
              </a:rPr>
              <a:t>Learning Outcomes</a:t>
            </a:r>
            <a:endParaRPr sz="2100">
              <a:solidFill>
                <a:srgbClr val="BE0004"/>
              </a:solidFill>
            </a:endParaRPr>
          </a:p>
          <a:p>
            <a:pPr indent="-254000" lvl="0" marL="2540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</a:rPr>
              <a:t>After this section, you should be able to: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describe coronary heart disease in terms of the occlusion of coronary arteries;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list the possible causes of coronary heart disease; and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state possible preventive measures against coronary heart disease.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coronary heart disease (CHD)?</a:t>
            </a:r>
            <a:endParaRPr/>
          </a:p>
        </p:txBody>
      </p:sp>
      <p:pic>
        <p:nvPicPr>
          <p:cNvPr id="66" name="Google Shape;66;p15" title="Screenshot 2026-02-25 at 12.07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875" y="1017725"/>
            <a:ext cx="610424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Screenshot 2026-02-25 at 12.07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88" y="152400"/>
            <a:ext cx="78844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CHD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high-fat diet rich in cholesterol and saturated animal fats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Emotional stress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Smoking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Sedentary lifestyle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Preventative measures against CHD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healthy diet: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with reduced intake of animal fats which can be replaced with polyunsaturated plant fats;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rich in vegetables and fruits.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Manage stress in an appropriate way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Avoid smoking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Exercise regularly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